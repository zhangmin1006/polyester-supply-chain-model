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ce Griffith" userId="631e3309-b505-40ff-88b5-7e0911f16e56" providerId="ADAL" clId="{381DD40C-9009-4310-AA83-4922069F7910}"/>
    <pc:docChg chg="modSld sldOrd">
      <pc:chgData name="Reece Griffith" userId="631e3309-b505-40ff-88b5-7e0911f16e56" providerId="ADAL" clId="{381DD40C-9009-4310-AA83-4922069F7910}" dt="2025-01-15T12:53:25.549" v="53" actId="1037"/>
      <pc:docMkLst>
        <pc:docMk/>
      </pc:docMkLst>
      <pc:sldChg chg="modSp mod ord">
        <pc:chgData name="Reece Griffith" userId="631e3309-b505-40ff-88b5-7e0911f16e56" providerId="ADAL" clId="{381DD40C-9009-4310-AA83-4922069F7910}" dt="2025-01-15T12:52:53.319" v="35" actId="1035"/>
        <pc:sldMkLst>
          <pc:docMk/>
          <pc:sldMk cId="1956980203" sldId="257"/>
        </pc:sldMkLst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4" creationId="{48057CEB-8ABA-79A8-B43D-1056DC10D01D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6" creationId="{19923C0E-6641-2C09-2E61-BACCCD294420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9" creationId="{E2B3E4E1-2FE9-FE7E-F7E4-7F79977AA4E5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13" creationId="{232A3297-08B3-9FFE-91FF-D01FE52BA486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14" creationId="{6122A900-0132-D1A2-1C04-381BB74E0F64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18" creationId="{2788A9D2-8832-AF6B-774F-43254CF1B900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21" creationId="{47B4E352-1D1B-9CD0-333C-9880F9CC7269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22" creationId="{C8B70496-B0C5-83B2-10B1-170ABB05E990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23" creationId="{9279D8D7-4D12-87A1-1C9E-36B7C577D273}"/>
          </ac:spMkLst>
        </pc:spChg>
        <pc:spChg chg="mod">
          <ac:chgData name="Reece Griffith" userId="631e3309-b505-40ff-88b5-7e0911f16e56" providerId="ADAL" clId="{381DD40C-9009-4310-AA83-4922069F7910}" dt="2025-01-15T12:52:53.319" v="35" actId="1035"/>
          <ac:spMkLst>
            <pc:docMk/>
            <pc:sldMk cId="1956980203" sldId="257"/>
            <ac:spMk id="25" creationId="{6E05948E-3841-803F-6883-73E982A766EB}"/>
          </ac:spMkLst>
        </pc:spChg>
      </pc:sldChg>
      <pc:sldChg chg="modSp mod">
        <pc:chgData name="Reece Griffith" userId="631e3309-b505-40ff-88b5-7e0911f16e56" providerId="ADAL" clId="{381DD40C-9009-4310-AA83-4922069F7910}" dt="2025-01-15T12:48:28.839" v="9" actId="1036"/>
        <pc:sldMkLst>
          <pc:docMk/>
          <pc:sldMk cId="110075563" sldId="258"/>
        </pc:sldMkLst>
        <pc:spChg chg="mod">
          <ac:chgData name="Reece Griffith" userId="631e3309-b505-40ff-88b5-7e0911f16e56" providerId="ADAL" clId="{381DD40C-9009-4310-AA83-4922069F7910}" dt="2025-01-15T12:48:28.839" v="9" actId="1036"/>
          <ac:spMkLst>
            <pc:docMk/>
            <pc:sldMk cId="110075563" sldId="258"/>
            <ac:spMk id="21" creationId="{B2D3BB24-BE60-C5AC-25CC-B92BFB3E061D}"/>
          </ac:spMkLst>
        </pc:spChg>
      </pc:sldChg>
      <pc:sldChg chg="ord">
        <pc:chgData name="Reece Griffith" userId="631e3309-b505-40ff-88b5-7e0911f16e56" providerId="ADAL" clId="{381DD40C-9009-4310-AA83-4922069F7910}" dt="2025-01-15T12:52:30.210" v="13"/>
        <pc:sldMkLst>
          <pc:docMk/>
          <pc:sldMk cId="1028772011" sldId="260"/>
        </pc:sldMkLst>
      </pc:sldChg>
      <pc:sldChg chg="modSp mod ord">
        <pc:chgData name="Reece Griffith" userId="631e3309-b505-40ff-88b5-7e0911f16e56" providerId="ADAL" clId="{381DD40C-9009-4310-AA83-4922069F7910}" dt="2025-01-15T12:53:25.549" v="53" actId="1037"/>
        <pc:sldMkLst>
          <pc:docMk/>
          <pc:sldMk cId="29278574" sldId="261"/>
        </pc:sldMkLst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5" creationId="{D64DFDB2-1B3D-CCD8-A28D-F1B5E7404584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6" creationId="{0BD263EF-E383-0814-4FBD-414B35F03420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7" creationId="{F071ED61-3B6D-8DDE-D9D5-080BEA6CD670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8" creationId="{08019BAC-372C-8B97-639C-4CC9925BDEC6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0" creationId="{7E5C70E4-612C-2133-686B-BF187A83D2BC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3" creationId="{F2E24E32-F2CF-FA5D-8902-78954D65377E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4" creationId="{7A4582A4-3DB3-5681-E6ED-3C348247FE70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5" creationId="{CB5E4B37-8DA9-7E88-B747-E1B174600369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6" creationId="{A28453D2-2473-AA31-89A4-149123F9476B}"/>
          </ac:spMkLst>
        </pc:spChg>
        <pc:spChg chg="mod">
          <ac:chgData name="Reece Griffith" userId="631e3309-b505-40ff-88b5-7e0911f16e56" providerId="ADAL" clId="{381DD40C-9009-4310-AA83-4922069F7910}" dt="2025-01-15T12:53:10.968" v="47" actId="1038"/>
          <ac:spMkLst>
            <pc:docMk/>
            <pc:sldMk cId="29278574" sldId="261"/>
            <ac:spMk id="17" creationId="{EA6E7944-899C-D839-FAB5-3F1FEBD7B82A}"/>
          </ac:spMkLst>
        </pc:spChg>
        <pc:picChg chg="mod">
          <ac:chgData name="Reece Griffith" userId="631e3309-b505-40ff-88b5-7e0911f16e56" providerId="ADAL" clId="{381DD40C-9009-4310-AA83-4922069F7910}" dt="2025-01-15T12:53:25.549" v="53" actId="1037"/>
          <ac:picMkLst>
            <pc:docMk/>
            <pc:sldMk cId="29278574" sldId="261"/>
            <ac:picMk id="12" creationId="{43099C6D-8F5B-37B6-E831-BAC923AEDE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1E50-5487-91FE-12B6-D7ABBE1B6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B00DF-AA6E-81B7-F782-BCD863765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8FC6-3F63-6F2B-B0ED-53E5DCFD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15888-0B2C-27CA-4DA3-6676F8D2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D5637-47BB-63DC-DA23-89322E43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45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7894-81F1-33FA-350F-9484434A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0C00-E42B-A686-AA3C-A18411F58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1C6BD-5CF9-5F2A-554D-B4D79BFF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90671-AD85-8C43-FB60-5DE584F6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B51F6-B93D-45ED-E6A2-3B469542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09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D503-3A28-F47C-7C8F-6F93CC3A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A6EC4-797E-FF64-37AE-718D1A2E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74382-8D61-1EFD-7DE0-D61BCCFC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B1808-7E9B-0CFA-D490-894E7E10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9E7A0-DFA1-1C70-ADAF-10630E2C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60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3043-8624-CA5B-5E47-10FFFB03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A98E-DEDD-DCF0-1D07-F011965EC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7B7DC-6F53-BE59-21F2-A6616FE07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A546-C95D-B0C4-521B-DFEB3A92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18984-1149-DF13-AC50-7AFA2E43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5F186-4054-9790-0FA3-1D65A4D8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38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6F8D-B2B6-867A-874B-CF0C3FBA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DF574-45BC-07C3-6CB4-99EFE001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2C330-D7AD-7393-B929-6D1A5AA90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C31C2-6245-328E-4F05-E7C871214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0095D-2300-9D38-BB35-F6E2F9FF9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D10EC-AE0F-B950-19D2-92CF85C8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00E60-7C3D-8994-6D66-BAB2D89D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EB576-8CE6-55FC-1174-2AF547FA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28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0712-5028-2872-FE0D-EFDEAA78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F3B8D-DB73-6A71-FFE0-FE10E8D7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B6E2B-1F58-2A69-6862-0EC5B510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828F7-69A8-D0B0-937B-4C222540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017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3A9B0-EC31-1288-71AE-814B712E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7E5C9-621B-D914-3A59-277A8994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0301-E920-AB3A-E680-42F20809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32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8021-5447-A8A9-0801-875D0EEA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61660-E237-8515-AFA9-1187073A2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85485-B05A-7719-4EEF-CF339FA6E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BE20F-6318-FFBA-559A-415BE9D5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EFDBA-9695-F569-3D77-9C6DCF8B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FD2AF-F698-57BE-E982-592C989F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92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476D-9479-5E1E-758E-B90B3DF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3DE1B-F3DC-4D11-68EA-19DED7DDF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B68A1-0A8F-E4E0-4957-7C2002C85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B1546-0FFF-8CC5-C5AA-059C10A4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8101C-F4EB-E1B0-BC32-49149BF4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A2B15-67F2-52E3-A236-23409BED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05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4504-EE4E-1E52-9604-591DA05C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6C108-BC31-D76C-D47A-6FE540B1A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3D16-1501-8C27-0EE2-AB0A67BF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9409C-418F-F2CC-7B77-C0E0746B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CA085-A7AD-8ECF-F57F-F94BADA9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81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07D76-A75B-5EF8-B1B2-8A5FC1A13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541DF-C08D-AE7A-1563-2476C0987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6FCF-4A3E-A3AD-4556-5A53BBBF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91131-FE37-E15F-A1ED-95650D0E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573D0-2E63-D54E-6410-E78CD781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71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F1A63-A9F2-FE12-5B9B-96EDB556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A4155-5D8F-9EFD-5A9F-E88F8F771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F8397-22E3-B0A1-A87C-F0E094F01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F470E-6DFA-4BD2-A24C-F0A4E19C88F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F5665-9385-1F94-198C-708D004AB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AF22-91CA-BDC5-B515-51590569B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87C9D-24BF-485C-917E-5D34A52B3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0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1A22-E77B-0E9E-FD4C-F3A1BCF8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4247CFCE-831C-BC09-6AF1-F819A4653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 r="1966" b="10108"/>
          <a:stretch/>
        </p:blipFill>
        <p:spPr>
          <a:xfrm>
            <a:off x="633557" y="600361"/>
            <a:ext cx="10014961" cy="62291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77E2EF-3936-89CF-981E-53F199A0AF34}"/>
              </a:ext>
            </a:extLst>
          </p:cNvPr>
          <p:cNvSpPr/>
          <p:nvPr/>
        </p:nvSpPr>
        <p:spPr>
          <a:xfrm rot="21244491">
            <a:off x="2926044" y="1228385"/>
            <a:ext cx="2390115" cy="3259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3E4E1-2FE9-FE7E-F7E4-7F79977AA4E5}"/>
              </a:ext>
            </a:extLst>
          </p:cNvPr>
          <p:cNvSpPr/>
          <p:nvPr/>
        </p:nvSpPr>
        <p:spPr>
          <a:xfrm>
            <a:off x="3170488" y="3437430"/>
            <a:ext cx="2227153" cy="20823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0563B-C3A5-4484-E3C4-009E41802803}"/>
              </a:ext>
            </a:extLst>
          </p:cNvPr>
          <p:cNvSpPr/>
          <p:nvPr/>
        </p:nvSpPr>
        <p:spPr>
          <a:xfrm>
            <a:off x="3487360" y="4668702"/>
            <a:ext cx="316871" cy="43456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7434B-3286-765D-C495-9F90694C87ED}"/>
              </a:ext>
            </a:extLst>
          </p:cNvPr>
          <p:cNvSpPr/>
          <p:nvPr/>
        </p:nvSpPr>
        <p:spPr>
          <a:xfrm rot="21130323">
            <a:off x="3868145" y="4535333"/>
            <a:ext cx="1915934" cy="27743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EBF97-EC6F-E0DD-0F5C-033EF786931E}"/>
              </a:ext>
            </a:extLst>
          </p:cNvPr>
          <p:cNvSpPr/>
          <p:nvPr/>
        </p:nvSpPr>
        <p:spPr>
          <a:xfrm>
            <a:off x="5794046" y="4406151"/>
            <a:ext cx="965860" cy="3941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2A3297-08B3-9FFE-91FF-D01FE52BA486}"/>
              </a:ext>
            </a:extLst>
          </p:cNvPr>
          <p:cNvSpPr/>
          <p:nvPr/>
        </p:nvSpPr>
        <p:spPr>
          <a:xfrm>
            <a:off x="4546615" y="4890785"/>
            <a:ext cx="316871" cy="23964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2A900-0132-D1A2-1C04-381BB74E0F64}"/>
              </a:ext>
            </a:extLst>
          </p:cNvPr>
          <p:cNvSpPr/>
          <p:nvPr/>
        </p:nvSpPr>
        <p:spPr>
          <a:xfrm rot="21089732">
            <a:off x="7265858" y="1489420"/>
            <a:ext cx="1327655" cy="23356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B333A0-4A5D-2B19-6034-E84C4B74D70B}"/>
              </a:ext>
            </a:extLst>
          </p:cNvPr>
          <p:cNvSpPr/>
          <p:nvPr/>
        </p:nvSpPr>
        <p:spPr>
          <a:xfrm>
            <a:off x="8819851" y="894577"/>
            <a:ext cx="362139" cy="57091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E006A-FBDD-B5D0-57E4-AA4908E4BDF3}"/>
              </a:ext>
            </a:extLst>
          </p:cNvPr>
          <p:cNvSpPr/>
          <p:nvPr/>
        </p:nvSpPr>
        <p:spPr>
          <a:xfrm>
            <a:off x="8593513" y="2829783"/>
            <a:ext cx="362139" cy="85208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450232-E3B9-6375-BE2A-1A5AC06024F2}"/>
              </a:ext>
            </a:extLst>
          </p:cNvPr>
          <p:cNvSpPr/>
          <p:nvPr/>
        </p:nvSpPr>
        <p:spPr>
          <a:xfrm>
            <a:off x="8253968" y="4722470"/>
            <a:ext cx="628074" cy="23964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88A9D2-8832-AF6B-774F-43254CF1B900}"/>
              </a:ext>
            </a:extLst>
          </p:cNvPr>
          <p:cNvSpPr/>
          <p:nvPr/>
        </p:nvSpPr>
        <p:spPr>
          <a:xfrm rot="5400000">
            <a:off x="9476736" y="4145341"/>
            <a:ext cx="714676" cy="8475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398B83-A9F7-B9DD-EA4D-102353969E86}"/>
              </a:ext>
            </a:extLst>
          </p:cNvPr>
          <p:cNvSpPr/>
          <p:nvPr/>
        </p:nvSpPr>
        <p:spPr>
          <a:xfrm>
            <a:off x="5326598" y="4800251"/>
            <a:ext cx="467448" cy="23964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33654D-B2BC-37DE-5CED-902F85ABCDE2}"/>
              </a:ext>
            </a:extLst>
          </p:cNvPr>
          <p:cNvSpPr/>
          <p:nvPr/>
        </p:nvSpPr>
        <p:spPr>
          <a:xfrm rot="21299347">
            <a:off x="6765551" y="4492508"/>
            <a:ext cx="842397" cy="26255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B4E352-1D1B-9CD0-333C-9880F9CC7269}"/>
              </a:ext>
            </a:extLst>
          </p:cNvPr>
          <p:cNvSpPr/>
          <p:nvPr/>
        </p:nvSpPr>
        <p:spPr>
          <a:xfrm>
            <a:off x="9284881" y="894577"/>
            <a:ext cx="558011" cy="52240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B70496-B0C5-83B2-10B1-170ABB05E990}"/>
              </a:ext>
            </a:extLst>
          </p:cNvPr>
          <p:cNvSpPr/>
          <p:nvPr/>
        </p:nvSpPr>
        <p:spPr>
          <a:xfrm rot="21480000">
            <a:off x="6036873" y="3406024"/>
            <a:ext cx="2425699" cy="23618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79D8D7-4D12-87A1-1C9E-36B7C577D273}"/>
              </a:ext>
            </a:extLst>
          </p:cNvPr>
          <p:cNvSpPr/>
          <p:nvPr/>
        </p:nvSpPr>
        <p:spPr>
          <a:xfrm rot="240000">
            <a:off x="9040397" y="3430582"/>
            <a:ext cx="1293285" cy="26919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C61B90-A287-0797-CB69-151FA53B1715}"/>
              </a:ext>
            </a:extLst>
          </p:cNvPr>
          <p:cNvSpPr txBox="1"/>
          <p:nvPr/>
        </p:nvSpPr>
        <p:spPr>
          <a:xfrm>
            <a:off x="203200" y="110836"/>
            <a:ext cx="1157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Annual Data – UK EU / NON-EU Imports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57CEB-8ABA-79A8-B43D-1056DC10D01D}"/>
              </a:ext>
            </a:extLst>
          </p:cNvPr>
          <p:cNvSpPr/>
          <p:nvPr/>
        </p:nvSpPr>
        <p:spPr>
          <a:xfrm rot="21299347">
            <a:off x="8222958" y="4368289"/>
            <a:ext cx="827779" cy="26255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23C0E-6641-2C09-2E61-BACCCD294420}"/>
              </a:ext>
            </a:extLst>
          </p:cNvPr>
          <p:cNvSpPr/>
          <p:nvPr/>
        </p:nvSpPr>
        <p:spPr>
          <a:xfrm>
            <a:off x="8995345" y="2829783"/>
            <a:ext cx="847548" cy="33385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E7EFE-A698-615A-65B5-B625703EB7F2}"/>
              </a:ext>
            </a:extLst>
          </p:cNvPr>
          <p:cNvSpPr/>
          <p:nvPr/>
        </p:nvSpPr>
        <p:spPr>
          <a:xfrm rot="21244491">
            <a:off x="2462969" y="2848956"/>
            <a:ext cx="2096165" cy="3113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05948E-3841-803F-6883-73E982A766EB}"/>
              </a:ext>
            </a:extLst>
          </p:cNvPr>
          <p:cNvSpPr/>
          <p:nvPr/>
        </p:nvSpPr>
        <p:spPr>
          <a:xfrm rot="21089732">
            <a:off x="5916974" y="2610517"/>
            <a:ext cx="1134337" cy="23356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354EC2-4930-028B-97D7-CF7692721050}"/>
              </a:ext>
            </a:extLst>
          </p:cNvPr>
          <p:cNvSpPr/>
          <p:nvPr/>
        </p:nvSpPr>
        <p:spPr>
          <a:xfrm rot="1646719">
            <a:off x="7652078" y="2645813"/>
            <a:ext cx="730051" cy="23356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B7ED3A-3623-634B-5FFF-FA05D2F0DC13}"/>
              </a:ext>
            </a:extLst>
          </p:cNvPr>
          <p:cNvSpPr/>
          <p:nvPr/>
        </p:nvSpPr>
        <p:spPr>
          <a:xfrm>
            <a:off x="2396104" y="3340245"/>
            <a:ext cx="467362" cy="23964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98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DA4B0CD-3219-D61E-5DAE-CF327CD8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2" y="928761"/>
            <a:ext cx="11466416" cy="59292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84F8307-AF68-7A1F-714F-8F3AD9AF6432}"/>
              </a:ext>
            </a:extLst>
          </p:cNvPr>
          <p:cNvSpPr/>
          <p:nvPr/>
        </p:nvSpPr>
        <p:spPr>
          <a:xfrm rot="1492873">
            <a:off x="9012463" y="5113041"/>
            <a:ext cx="1114425" cy="24895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2B4DE-6D10-4373-1605-3F2F92EC181F}"/>
              </a:ext>
            </a:extLst>
          </p:cNvPr>
          <p:cNvSpPr/>
          <p:nvPr/>
        </p:nvSpPr>
        <p:spPr>
          <a:xfrm rot="19635926">
            <a:off x="8024449" y="4533995"/>
            <a:ext cx="839860" cy="10667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232240-F72C-FBEC-095E-AD938DF3C3E2}"/>
              </a:ext>
            </a:extLst>
          </p:cNvPr>
          <p:cNvSpPr/>
          <p:nvPr/>
        </p:nvSpPr>
        <p:spPr>
          <a:xfrm>
            <a:off x="10210800" y="4514850"/>
            <a:ext cx="276225" cy="914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AEAC41-777D-BF6B-F6DA-D326287A1687}"/>
              </a:ext>
            </a:extLst>
          </p:cNvPr>
          <p:cNvSpPr/>
          <p:nvPr/>
        </p:nvSpPr>
        <p:spPr>
          <a:xfrm>
            <a:off x="10639425" y="3905250"/>
            <a:ext cx="419100" cy="1351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AC510-17D3-4526-02C4-24212227A9CC}"/>
              </a:ext>
            </a:extLst>
          </p:cNvPr>
          <p:cNvSpPr/>
          <p:nvPr/>
        </p:nvSpPr>
        <p:spPr>
          <a:xfrm>
            <a:off x="11127077" y="3609976"/>
            <a:ext cx="419100" cy="16467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F390A3-1F44-97E4-3319-BC8A6F120ED7}"/>
              </a:ext>
            </a:extLst>
          </p:cNvPr>
          <p:cNvSpPr/>
          <p:nvPr/>
        </p:nvSpPr>
        <p:spPr>
          <a:xfrm rot="1200913">
            <a:off x="10033277" y="3889959"/>
            <a:ext cx="652462" cy="27218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92A8CB-4A8C-D097-483D-A551A6866D4F}"/>
              </a:ext>
            </a:extLst>
          </p:cNvPr>
          <p:cNvSpPr/>
          <p:nvPr/>
        </p:nvSpPr>
        <p:spPr>
          <a:xfrm>
            <a:off x="10791825" y="1571625"/>
            <a:ext cx="335252" cy="98107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558BC4-1740-535C-7FAA-759A1C330DBD}"/>
              </a:ext>
            </a:extLst>
          </p:cNvPr>
          <p:cNvSpPr/>
          <p:nvPr/>
        </p:nvSpPr>
        <p:spPr>
          <a:xfrm>
            <a:off x="11241377" y="1200150"/>
            <a:ext cx="335252" cy="98107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3247E-6AE3-20FA-BF16-448BFC912F9E}"/>
              </a:ext>
            </a:extLst>
          </p:cNvPr>
          <p:cNvSpPr/>
          <p:nvPr/>
        </p:nvSpPr>
        <p:spPr>
          <a:xfrm rot="20351656">
            <a:off x="9680541" y="2470306"/>
            <a:ext cx="995876" cy="24268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2EA687-7643-CC5D-3C39-1399B0DB45DB}"/>
              </a:ext>
            </a:extLst>
          </p:cNvPr>
          <p:cNvSpPr/>
          <p:nvPr/>
        </p:nvSpPr>
        <p:spPr>
          <a:xfrm rot="19850716">
            <a:off x="7162797" y="2452688"/>
            <a:ext cx="1017138" cy="2000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E14E83-1147-16EA-F0AB-A8088742BAAF}"/>
              </a:ext>
            </a:extLst>
          </p:cNvPr>
          <p:cNvSpPr/>
          <p:nvPr/>
        </p:nvSpPr>
        <p:spPr>
          <a:xfrm rot="2054631">
            <a:off x="8613208" y="2298730"/>
            <a:ext cx="1017138" cy="2000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8F5CEE-89BD-7C33-DF72-53396731EAE3}"/>
              </a:ext>
            </a:extLst>
          </p:cNvPr>
          <p:cNvSpPr/>
          <p:nvPr/>
        </p:nvSpPr>
        <p:spPr>
          <a:xfrm>
            <a:off x="4410075" y="3686175"/>
            <a:ext cx="419100" cy="113347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6E1BA3-9D76-0B4B-5AA1-E850599DE545}"/>
              </a:ext>
            </a:extLst>
          </p:cNvPr>
          <p:cNvSpPr/>
          <p:nvPr/>
        </p:nvSpPr>
        <p:spPr>
          <a:xfrm>
            <a:off x="3581400" y="3609976"/>
            <a:ext cx="482766" cy="990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DDB0C3-E944-0E95-CC09-D5EB0A9185A8}"/>
              </a:ext>
            </a:extLst>
          </p:cNvPr>
          <p:cNvSpPr/>
          <p:nvPr/>
        </p:nvSpPr>
        <p:spPr>
          <a:xfrm>
            <a:off x="1638300" y="5256721"/>
            <a:ext cx="426159" cy="328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6941FA-C5B0-DF3C-C170-0A834554C658}"/>
              </a:ext>
            </a:extLst>
          </p:cNvPr>
          <p:cNvSpPr/>
          <p:nvPr/>
        </p:nvSpPr>
        <p:spPr>
          <a:xfrm>
            <a:off x="1952625" y="4514849"/>
            <a:ext cx="904059" cy="74187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691955-72A7-2AB8-166E-0F1A6B9777E8}"/>
              </a:ext>
            </a:extLst>
          </p:cNvPr>
          <p:cNvSpPr/>
          <p:nvPr/>
        </p:nvSpPr>
        <p:spPr>
          <a:xfrm>
            <a:off x="2571750" y="5429250"/>
            <a:ext cx="426159" cy="328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2F6B55-7CE3-59E4-C2AD-C79CB6A532EC}"/>
              </a:ext>
            </a:extLst>
          </p:cNvPr>
          <p:cNvSpPr/>
          <p:nvPr/>
        </p:nvSpPr>
        <p:spPr>
          <a:xfrm rot="21030317">
            <a:off x="3095625" y="4975878"/>
            <a:ext cx="1666875" cy="28192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E1ACC4-9102-B7DC-E17C-E834436BA8D0}"/>
              </a:ext>
            </a:extLst>
          </p:cNvPr>
          <p:cNvSpPr/>
          <p:nvPr/>
        </p:nvSpPr>
        <p:spPr>
          <a:xfrm>
            <a:off x="4829175" y="4743450"/>
            <a:ext cx="640052" cy="381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63DC03-1D3E-CA35-AB9F-D4E9781AD415}"/>
              </a:ext>
            </a:extLst>
          </p:cNvPr>
          <p:cNvSpPr/>
          <p:nvPr/>
        </p:nvSpPr>
        <p:spPr>
          <a:xfrm>
            <a:off x="3496736" y="5546783"/>
            <a:ext cx="567430" cy="15821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D7A7B2-D3B9-96BA-11BC-DC1366D8D43C}"/>
              </a:ext>
            </a:extLst>
          </p:cNvPr>
          <p:cNvSpPr/>
          <p:nvPr/>
        </p:nvSpPr>
        <p:spPr>
          <a:xfrm>
            <a:off x="9669910" y="4743450"/>
            <a:ext cx="526183" cy="381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20A181-D401-F35D-A7F5-FE5430591AF6}"/>
              </a:ext>
            </a:extLst>
          </p:cNvPr>
          <p:cNvSpPr txBox="1"/>
          <p:nvPr/>
        </p:nvSpPr>
        <p:spPr>
          <a:xfrm>
            <a:off x="203200" y="110836"/>
            <a:ext cx="1157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Annual Data – UK Country Specific Imports</a:t>
            </a:r>
          </a:p>
        </p:txBody>
      </p:sp>
    </p:spTree>
    <p:extLst>
      <p:ext uri="{BB962C8B-B14F-4D97-AF65-F5344CB8AC3E}">
        <p14:creationId xmlns:p14="http://schemas.microsoft.com/office/powerpoint/2010/main" val="1028772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43099C6D-8F5B-37B6-E831-BAC923AED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88"/>
          <a:stretch/>
        </p:blipFill>
        <p:spPr>
          <a:xfrm>
            <a:off x="495300" y="497732"/>
            <a:ext cx="10706100" cy="6360268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4DFDB2-1B3D-CCD8-A28D-F1B5E7404584}"/>
              </a:ext>
            </a:extLst>
          </p:cNvPr>
          <p:cNvSpPr/>
          <p:nvPr/>
        </p:nvSpPr>
        <p:spPr>
          <a:xfrm rot="21238036">
            <a:off x="3569899" y="4609400"/>
            <a:ext cx="856376" cy="24820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263EF-E383-0814-4FBD-414B35F03420}"/>
              </a:ext>
            </a:extLst>
          </p:cNvPr>
          <p:cNvSpPr/>
          <p:nvPr/>
        </p:nvSpPr>
        <p:spPr>
          <a:xfrm>
            <a:off x="5895975" y="4283685"/>
            <a:ext cx="1095375" cy="3429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1ED61-3B6D-8DDE-D9D5-080BEA6CD670}"/>
              </a:ext>
            </a:extLst>
          </p:cNvPr>
          <p:cNvSpPr/>
          <p:nvPr/>
        </p:nvSpPr>
        <p:spPr>
          <a:xfrm rot="21321316">
            <a:off x="4657725" y="4824203"/>
            <a:ext cx="1933575" cy="16689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19BAC-372C-8B97-639C-4CC9925BDEC6}"/>
              </a:ext>
            </a:extLst>
          </p:cNvPr>
          <p:cNvSpPr/>
          <p:nvPr/>
        </p:nvSpPr>
        <p:spPr>
          <a:xfrm rot="20515559">
            <a:off x="8618278" y="4215650"/>
            <a:ext cx="409575" cy="34290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C70E4-612C-2133-686B-BF187A83D2BC}"/>
              </a:ext>
            </a:extLst>
          </p:cNvPr>
          <p:cNvSpPr/>
          <p:nvPr/>
        </p:nvSpPr>
        <p:spPr>
          <a:xfrm rot="432645">
            <a:off x="9426757" y="4133850"/>
            <a:ext cx="495300" cy="2762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CDE96-3E9F-3208-31F8-60A957D9DB47}"/>
              </a:ext>
            </a:extLst>
          </p:cNvPr>
          <p:cNvSpPr txBox="1"/>
          <p:nvPr/>
        </p:nvSpPr>
        <p:spPr>
          <a:xfrm>
            <a:off x="203200" y="110836"/>
            <a:ext cx="1157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Annual Data – UK EU / Asia Imports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24E32-F2CF-FA5D-8902-78954D65377E}"/>
              </a:ext>
            </a:extLst>
          </p:cNvPr>
          <p:cNvSpPr/>
          <p:nvPr/>
        </p:nvSpPr>
        <p:spPr>
          <a:xfrm rot="21238036">
            <a:off x="4453695" y="4463258"/>
            <a:ext cx="1462342" cy="24820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82A4-3DB3-5681-E6ED-3C348247FE70}"/>
              </a:ext>
            </a:extLst>
          </p:cNvPr>
          <p:cNvSpPr/>
          <p:nvPr/>
        </p:nvSpPr>
        <p:spPr>
          <a:xfrm>
            <a:off x="7171517" y="4283686"/>
            <a:ext cx="696133" cy="3429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5E4B37-8DA9-7E88-B747-E1B174600369}"/>
              </a:ext>
            </a:extLst>
          </p:cNvPr>
          <p:cNvSpPr/>
          <p:nvPr/>
        </p:nvSpPr>
        <p:spPr>
          <a:xfrm>
            <a:off x="7343775" y="4633545"/>
            <a:ext cx="523875" cy="3429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8453D2-2473-AA31-89A4-149123F9476B}"/>
              </a:ext>
            </a:extLst>
          </p:cNvPr>
          <p:cNvSpPr/>
          <p:nvPr/>
        </p:nvSpPr>
        <p:spPr>
          <a:xfrm>
            <a:off x="9348787" y="4649508"/>
            <a:ext cx="495300" cy="2762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E7944-899C-D839-FAB5-3F1FEBD7B82A}"/>
              </a:ext>
            </a:extLst>
          </p:cNvPr>
          <p:cNvSpPr/>
          <p:nvPr/>
        </p:nvSpPr>
        <p:spPr>
          <a:xfrm rot="19416759">
            <a:off x="10108140" y="4100512"/>
            <a:ext cx="495300" cy="2762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ne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DD59CB6B-D826-1D00-DB59-AE88183F6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t="3180" r="2742" b="9989"/>
          <a:stretch/>
        </p:blipFill>
        <p:spPr>
          <a:xfrm>
            <a:off x="452582" y="872836"/>
            <a:ext cx="9836728" cy="59851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41830E-B83D-B0D1-804D-CDDDD68849DD}"/>
              </a:ext>
            </a:extLst>
          </p:cNvPr>
          <p:cNvSpPr/>
          <p:nvPr/>
        </p:nvSpPr>
        <p:spPr>
          <a:xfrm rot="21244491">
            <a:off x="2745069" y="1323635"/>
            <a:ext cx="2390115" cy="325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76728-29B5-3CE5-4361-9E44EF6FBCCA}"/>
              </a:ext>
            </a:extLst>
          </p:cNvPr>
          <p:cNvSpPr/>
          <p:nvPr/>
        </p:nvSpPr>
        <p:spPr>
          <a:xfrm>
            <a:off x="2989513" y="3532680"/>
            <a:ext cx="2227153" cy="2082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31F534-D55A-6C0E-A4A0-14CB4D1B8714}"/>
              </a:ext>
            </a:extLst>
          </p:cNvPr>
          <p:cNvSpPr/>
          <p:nvPr/>
        </p:nvSpPr>
        <p:spPr>
          <a:xfrm>
            <a:off x="3306385" y="4763952"/>
            <a:ext cx="316871" cy="434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A0856F-6B65-51D9-81E7-DD09E6BE1913}"/>
              </a:ext>
            </a:extLst>
          </p:cNvPr>
          <p:cNvSpPr/>
          <p:nvPr/>
        </p:nvSpPr>
        <p:spPr>
          <a:xfrm rot="21130323">
            <a:off x="3687170" y="4630583"/>
            <a:ext cx="1915934" cy="277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B66033-BA5A-9375-0B83-3F2F8405D2FA}"/>
              </a:ext>
            </a:extLst>
          </p:cNvPr>
          <p:cNvSpPr/>
          <p:nvPr/>
        </p:nvSpPr>
        <p:spPr>
          <a:xfrm>
            <a:off x="5613071" y="4501401"/>
            <a:ext cx="409353" cy="394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EE1553-4034-ECED-7EE2-AEF3418F302A}"/>
              </a:ext>
            </a:extLst>
          </p:cNvPr>
          <p:cNvSpPr/>
          <p:nvPr/>
        </p:nvSpPr>
        <p:spPr>
          <a:xfrm>
            <a:off x="4365640" y="4986035"/>
            <a:ext cx="316871" cy="2396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D196C-6519-F9B3-E414-8C5A24982DD2}"/>
              </a:ext>
            </a:extLst>
          </p:cNvPr>
          <p:cNvSpPr/>
          <p:nvPr/>
        </p:nvSpPr>
        <p:spPr>
          <a:xfrm>
            <a:off x="8276737" y="1173897"/>
            <a:ext cx="362139" cy="5709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5F0EA-094A-46EC-B10B-EC0DA019EDF2}"/>
              </a:ext>
            </a:extLst>
          </p:cNvPr>
          <p:cNvSpPr/>
          <p:nvPr/>
        </p:nvSpPr>
        <p:spPr>
          <a:xfrm>
            <a:off x="8638876" y="989827"/>
            <a:ext cx="362139" cy="5709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5F738-BE93-441F-E96F-0299E82D5DB4}"/>
              </a:ext>
            </a:extLst>
          </p:cNvPr>
          <p:cNvSpPr/>
          <p:nvPr/>
        </p:nvSpPr>
        <p:spPr>
          <a:xfrm>
            <a:off x="8412538" y="3206207"/>
            <a:ext cx="362139" cy="5709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DCDE6D-5AC8-3782-7A23-A683B194970B}"/>
              </a:ext>
            </a:extLst>
          </p:cNvPr>
          <p:cNvSpPr/>
          <p:nvPr/>
        </p:nvSpPr>
        <p:spPr>
          <a:xfrm>
            <a:off x="8875625" y="4412993"/>
            <a:ext cx="362139" cy="5709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3A12B-7D60-EC89-E262-18A5111058AD}"/>
              </a:ext>
            </a:extLst>
          </p:cNvPr>
          <p:cNvSpPr/>
          <p:nvPr/>
        </p:nvSpPr>
        <p:spPr>
          <a:xfrm rot="5400000">
            <a:off x="9369605" y="4222398"/>
            <a:ext cx="714676" cy="883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667E2-7067-6330-0FFD-861019C749DC}"/>
              </a:ext>
            </a:extLst>
          </p:cNvPr>
          <p:cNvSpPr/>
          <p:nvPr/>
        </p:nvSpPr>
        <p:spPr>
          <a:xfrm>
            <a:off x="5145623" y="4895501"/>
            <a:ext cx="1854576" cy="2396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73C711-0BA2-551D-8A29-24D54762FC42}"/>
              </a:ext>
            </a:extLst>
          </p:cNvPr>
          <p:cNvSpPr/>
          <p:nvPr/>
        </p:nvSpPr>
        <p:spPr>
          <a:xfrm rot="21299347">
            <a:off x="7000199" y="4510454"/>
            <a:ext cx="1774478" cy="262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A5F42-C8A5-A22B-4589-D46F3E8F503F}"/>
              </a:ext>
            </a:extLst>
          </p:cNvPr>
          <p:cNvSpPr/>
          <p:nvPr/>
        </p:nvSpPr>
        <p:spPr>
          <a:xfrm>
            <a:off x="9103906" y="941319"/>
            <a:ext cx="558011" cy="5709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BCB9B-6D45-2687-2CE2-33A22811C586}"/>
              </a:ext>
            </a:extLst>
          </p:cNvPr>
          <p:cNvSpPr/>
          <p:nvPr/>
        </p:nvSpPr>
        <p:spPr>
          <a:xfrm rot="21480000">
            <a:off x="5855898" y="3501274"/>
            <a:ext cx="2425699" cy="236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5AAE88-F85C-F0D0-3819-7B39A338E0EE}"/>
              </a:ext>
            </a:extLst>
          </p:cNvPr>
          <p:cNvSpPr/>
          <p:nvPr/>
        </p:nvSpPr>
        <p:spPr>
          <a:xfrm rot="240000">
            <a:off x="8873447" y="3087254"/>
            <a:ext cx="1293285" cy="67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60A03-2006-7221-182C-5E8139A1EA33}"/>
              </a:ext>
            </a:extLst>
          </p:cNvPr>
          <p:cNvSpPr txBox="1"/>
          <p:nvPr/>
        </p:nvSpPr>
        <p:spPr>
          <a:xfrm>
            <a:off x="203200" y="110836"/>
            <a:ext cx="1157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Quarterly Data – UK EU / NON-EU Imports</a:t>
            </a:r>
          </a:p>
        </p:txBody>
      </p:sp>
    </p:spTree>
    <p:extLst>
      <p:ext uri="{BB962C8B-B14F-4D97-AF65-F5344CB8AC3E}">
        <p14:creationId xmlns:p14="http://schemas.microsoft.com/office/powerpoint/2010/main" val="275143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949F-04EB-670F-2939-A130F256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FC087243-F8FA-07C6-719C-430D1936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" t="2771" r="1942" b="10623"/>
          <a:stretch/>
        </p:blipFill>
        <p:spPr>
          <a:xfrm>
            <a:off x="527150" y="824552"/>
            <a:ext cx="9998687" cy="59713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CFB6BD-2D75-D3F2-F178-19B7BC29BD48}"/>
              </a:ext>
            </a:extLst>
          </p:cNvPr>
          <p:cNvSpPr/>
          <p:nvPr/>
        </p:nvSpPr>
        <p:spPr>
          <a:xfrm>
            <a:off x="3925455" y="3325319"/>
            <a:ext cx="267853" cy="41559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CE2D0-0365-1772-2B1B-FAB6AD920C6A}"/>
              </a:ext>
            </a:extLst>
          </p:cNvPr>
          <p:cNvSpPr/>
          <p:nvPr/>
        </p:nvSpPr>
        <p:spPr>
          <a:xfrm>
            <a:off x="5613071" y="4501401"/>
            <a:ext cx="429212" cy="51234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663316-B773-5F9D-6A41-CF351EF71173}"/>
              </a:ext>
            </a:extLst>
          </p:cNvPr>
          <p:cNvSpPr/>
          <p:nvPr/>
        </p:nvSpPr>
        <p:spPr>
          <a:xfrm>
            <a:off x="4430292" y="5013743"/>
            <a:ext cx="429213" cy="23964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4FA88E-3FBD-7FD4-92DA-6D4482D6368A}"/>
              </a:ext>
            </a:extLst>
          </p:cNvPr>
          <p:cNvSpPr/>
          <p:nvPr/>
        </p:nvSpPr>
        <p:spPr>
          <a:xfrm>
            <a:off x="8638876" y="914400"/>
            <a:ext cx="362139" cy="109912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C6857C-0F05-5CFA-29A8-FE7662133A49}"/>
              </a:ext>
            </a:extLst>
          </p:cNvPr>
          <p:cNvSpPr/>
          <p:nvPr/>
        </p:nvSpPr>
        <p:spPr>
          <a:xfrm>
            <a:off x="8412538" y="2925033"/>
            <a:ext cx="362139" cy="8520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5C538B-16A4-B9E8-516C-AFFEF0964F16}"/>
              </a:ext>
            </a:extLst>
          </p:cNvPr>
          <p:cNvSpPr/>
          <p:nvPr/>
        </p:nvSpPr>
        <p:spPr>
          <a:xfrm>
            <a:off x="8072993" y="4910083"/>
            <a:ext cx="628074" cy="23964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0132C4-D260-81E9-056F-6FDD0B78314F}"/>
              </a:ext>
            </a:extLst>
          </p:cNvPr>
          <p:cNvSpPr/>
          <p:nvPr/>
        </p:nvSpPr>
        <p:spPr>
          <a:xfrm rot="5400000">
            <a:off x="9158711" y="4544590"/>
            <a:ext cx="714676" cy="55801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A05955-63E7-9869-6709-CE776B520B50}"/>
              </a:ext>
            </a:extLst>
          </p:cNvPr>
          <p:cNvSpPr/>
          <p:nvPr/>
        </p:nvSpPr>
        <p:spPr>
          <a:xfrm>
            <a:off x="7385999" y="4928280"/>
            <a:ext cx="467448" cy="23964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9D9A10-A169-2FBF-18EF-8CF34FEAB696}"/>
              </a:ext>
            </a:extLst>
          </p:cNvPr>
          <p:cNvSpPr/>
          <p:nvPr/>
        </p:nvSpPr>
        <p:spPr>
          <a:xfrm rot="21299347">
            <a:off x="6588837" y="4587572"/>
            <a:ext cx="842397" cy="3601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D3BB24-BE60-C5AC-25CC-B92BFB3E061D}"/>
              </a:ext>
            </a:extLst>
          </p:cNvPr>
          <p:cNvSpPr/>
          <p:nvPr/>
        </p:nvSpPr>
        <p:spPr>
          <a:xfrm>
            <a:off x="9103906" y="1104127"/>
            <a:ext cx="558011" cy="52240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777DC8-696B-762B-098E-48DA11730DED}"/>
              </a:ext>
            </a:extLst>
          </p:cNvPr>
          <p:cNvSpPr/>
          <p:nvPr/>
        </p:nvSpPr>
        <p:spPr>
          <a:xfrm rot="21480000">
            <a:off x="5855527" y="3406137"/>
            <a:ext cx="521345" cy="2906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B923F2-0B51-F2B2-C452-59D6969B6E58}"/>
              </a:ext>
            </a:extLst>
          </p:cNvPr>
          <p:cNvSpPr txBox="1"/>
          <p:nvPr/>
        </p:nvSpPr>
        <p:spPr>
          <a:xfrm>
            <a:off x="203200" y="110836"/>
            <a:ext cx="1157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Monthly Data – UK EU / NON-EU Imports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E1E25-8283-9616-B2A3-927B74A30F21}"/>
              </a:ext>
            </a:extLst>
          </p:cNvPr>
          <p:cNvSpPr/>
          <p:nvPr/>
        </p:nvSpPr>
        <p:spPr>
          <a:xfrm rot="21299347">
            <a:off x="8041983" y="4565135"/>
            <a:ext cx="827779" cy="26255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ED8EC-E20A-4870-FE7A-A26F8A19F4AB}"/>
              </a:ext>
            </a:extLst>
          </p:cNvPr>
          <p:cNvSpPr/>
          <p:nvPr/>
        </p:nvSpPr>
        <p:spPr>
          <a:xfrm>
            <a:off x="8814371" y="2925033"/>
            <a:ext cx="158948" cy="50003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57A8C3-DF5F-B163-F5F8-9B09B5C91A49}"/>
              </a:ext>
            </a:extLst>
          </p:cNvPr>
          <p:cNvSpPr/>
          <p:nvPr/>
        </p:nvSpPr>
        <p:spPr>
          <a:xfrm>
            <a:off x="2858701" y="3289071"/>
            <a:ext cx="308445" cy="43708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12155-50A2-C8C8-2A98-291719A40BDD}"/>
              </a:ext>
            </a:extLst>
          </p:cNvPr>
          <p:cNvSpPr/>
          <p:nvPr/>
        </p:nvSpPr>
        <p:spPr>
          <a:xfrm>
            <a:off x="7762923" y="2957865"/>
            <a:ext cx="609921" cy="746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9F05D-CBB6-D1A4-86F2-FBC1311ECD03}"/>
              </a:ext>
            </a:extLst>
          </p:cNvPr>
          <p:cNvSpPr/>
          <p:nvPr/>
        </p:nvSpPr>
        <p:spPr>
          <a:xfrm>
            <a:off x="4391950" y="3288375"/>
            <a:ext cx="349678" cy="41559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C58503-6C45-709F-DB94-98029A05EB9E}"/>
              </a:ext>
            </a:extLst>
          </p:cNvPr>
          <p:cNvSpPr/>
          <p:nvPr/>
        </p:nvSpPr>
        <p:spPr>
          <a:xfrm>
            <a:off x="2209086" y="3425072"/>
            <a:ext cx="308445" cy="27889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D86198-19E8-34EC-81FE-1B0F81C5F141}"/>
              </a:ext>
            </a:extLst>
          </p:cNvPr>
          <p:cNvSpPr/>
          <p:nvPr/>
        </p:nvSpPr>
        <p:spPr>
          <a:xfrm rot="5400000">
            <a:off x="9995847" y="4444792"/>
            <a:ext cx="355674" cy="34208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7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BB6D1F27F0CA45AA80681783759218" ma:contentTypeVersion="10" ma:contentTypeDescription="Create a new document." ma:contentTypeScope="" ma:versionID="94a4882f1f304bb6aa12a19b21ccf6ed">
  <xsd:schema xmlns:xsd="http://www.w3.org/2001/XMLSchema" xmlns:xs="http://www.w3.org/2001/XMLSchema" xmlns:p="http://schemas.microsoft.com/office/2006/metadata/properties" xmlns:ns2="a75f7a1d-c73b-45b3-9f56-57ecc4d8c453" targetNamespace="http://schemas.microsoft.com/office/2006/metadata/properties" ma:root="true" ma:fieldsID="d83eac10ba076c7c346774dea870b203" ns2:_="">
    <xsd:import namespace="a75f7a1d-c73b-45b3-9f56-57ecc4d8c4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5f7a1d-c73b-45b3-9f56-57ecc4d8c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49ff12-39f2-416e-aa91-245a66e610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5f7a1d-c73b-45b3-9f56-57ecc4d8c4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4A2DE7-39C2-44EB-BFF2-D6D66FE71C77}"/>
</file>

<file path=customXml/itemProps2.xml><?xml version="1.0" encoding="utf-8"?>
<ds:datastoreItem xmlns:ds="http://schemas.openxmlformats.org/officeDocument/2006/customXml" ds:itemID="{5B7CC64F-B2DE-43BE-80D8-534C1826DA7F}"/>
</file>

<file path=customXml/itemProps3.xml><?xml version="1.0" encoding="utf-8"?>
<ds:datastoreItem xmlns:ds="http://schemas.openxmlformats.org/officeDocument/2006/customXml" ds:itemID="{49464E1A-05BB-4EAE-BABE-5C6F20E0CDB3}"/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 Griffith</dc:creator>
  <cp:lastModifiedBy>Reece Griffith</cp:lastModifiedBy>
  <cp:revision>1</cp:revision>
  <dcterms:created xsi:type="dcterms:W3CDTF">2025-01-15T09:21:15Z</dcterms:created>
  <dcterms:modified xsi:type="dcterms:W3CDTF">2025-01-15T12:53:27Z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0x01010014BB6D1F27F0CA45AA80681783759218</vt:lpwstr>
  </property>
</Properties>
</file>